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0be941c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0be941c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195e58c9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195e58c9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71be395894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71be395894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71be3958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71be3958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Database Level Operations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COALESCE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NULLIF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Stored Procedures and Functions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Views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Triggers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first focus on learning a few theoretical concepts, such as choosing the correct data type for a stored value and setting possible constraints on it.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also learn about primary and foreign keys.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Types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