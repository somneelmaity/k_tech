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Montserrat-bold.fntdata"/><Relationship Id="rId10" Type="http://schemas.openxmlformats.org/officeDocument/2006/relationships/slide" Target="slides/slide5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8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0be941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0be941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60be941cc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60be941cc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6f0623458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6f0623458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6f0623458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6f0623458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6f062345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6f062345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6f0623458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6f0623458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6f0623458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6f0623458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6f0623458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6f0623458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6f0623458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6f0623458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6f0623458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6f0623458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6f0623458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6f0623458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6f0623458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6f0623458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10857a0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10857a0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6f0623458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6f0623458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710857a0c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710857a0c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MacOS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Installation and Set-Up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 to get set-up for the course!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install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PostgreSQL - SQL Engine that stores data and reads queries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returns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PgAdmin - Graphical User Interface for connecting with PostgreSQL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Please make sure to follow each step in order carefully!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 confusion 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 NOT open the dvdrental.tar file directly.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Forgetting PostgreSQL password.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help avoid any missed steps, we’ve numbered them, and will present them in the correct order for you.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Step 1: Download and Install PostgreSQL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Step 2: Download and Install PgAdmin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ctrTitle"/>
          </p:nvPr>
        </p:nvSpPr>
        <p:spPr>
          <a:xfrm>
            <a:off x="311700" y="744575"/>
            <a:ext cx="8520600" cy="311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Step 3: Download </a:t>
            </a:r>
            <a:r>
              <a:rPr b="1" i="1" lang="en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(but do not directly open)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dvdrental.tar file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Step 4: Restart your computer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ctrTitle"/>
          </p:nvPr>
        </p:nvSpPr>
        <p:spPr>
          <a:xfrm>
            <a:off x="342483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Step 5: Restore the Database</a:t>
            </a:r>
            <a:r>
              <a:rPr b="1" i="1" lang="en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 (ignore Failed Exit Code if it appears)</a:t>
            </a:r>
            <a:endParaRPr b="1" i="1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Step 4: Refresh in PgAdmin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Step 6: Open PgAdmin and Connect to Server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Step 6: Perform an Example Query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311700" y="744575"/>
            <a:ext cx="8520600" cy="254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Restoring Exercises Database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0" name="Google Shape;150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a new database for a set of exercise questions.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database has a public and cd schema.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the queries for the FROM tables will have</a:t>
            </a:r>
            <a:r>
              <a:rPr b="1" lang="en" sz="290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 cd.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front of them, 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cd.bookings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* FROM cd.facilities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8" name="Google Shape;158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restore the database!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have two options for downloading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exercises.tar file directly uploaded to Udemy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case you have any issues with that file, we also provide a permanent Google Drive link you can download from.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6" name="Google Shape;16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