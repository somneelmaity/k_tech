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</p:sldIdLst>
  <p:sldSz cy="5143500" cx="9144000"/>
  <p:notesSz cx="6858000" cy="9144000"/>
  <p:embeddedFontLst>
    <p:embeddedFont>
      <p:font typeface="Montserrat"/>
      <p:regular r:id="rId10"/>
      <p:bold r:id="rId11"/>
      <p:italic r:id="rId12"/>
      <p:boldItalic r:id="rId1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font" Target="fonts/Montserrat-bold.fntdata"/><Relationship Id="rId10" Type="http://schemas.openxmlformats.org/officeDocument/2006/relationships/font" Target="fonts/Montserrat-regular.fntdata"/><Relationship Id="rId13" Type="http://schemas.openxmlformats.org/officeDocument/2006/relationships/font" Target="fonts/Montserrat-boldItalic.fntdata"/><Relationship Id="rId12" Type="http://schemas.openxmlformats.org/officeDocument/2006/relationships/font" Target="fonts/Montserrat-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60be941cca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60be941cca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60be941cca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60be941cca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6f06234583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" name="Google Shape;68;g6f06234583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6f06234583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6f06234583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Title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watermark.jpg" id="56" name="Google Shape;56;p13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57" name="Google Shape;57;p13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4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SQL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3" name="Google Shape;63;p14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64" name="Google Shape;64;p14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65" name="Google Shape;65;p14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5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Title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1" name="Google Shape;71;p15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watermark.jpg" id="72" name="Google Shape;72;p15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73" name="Google Shape;73;p15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6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SQL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9" name="Google Shape;79;p16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80" name="Google Shape;80;p16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81" name="Google Shape;81;p16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